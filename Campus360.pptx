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254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Lost &amp; Found
matching</c:v>
                  </c:pt>
                  <c:pt idx="1">
                    <c:v>Printout
queue</c:v>
                  </c:pt>
                  <c:pt idx="2">
                    <c:v>Storage &amp;
sanitiser</c:v>
                  </c:pt>
                  <c:pt idx="3">
                    <c:v>Core, models
&amp; routing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</c:v>
                </c:pt>
                <c:pt idx="1">
                  <c:v>17</c:v>
                </c:pt>
                <c:pt idx="2">
                  <c:v>6</c:v>
                </c:pt>
                <c:pt idx="3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1270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Campus360 is a Flutter + Firebase campus utility app built for KPRIET as a Mobile Application Development academic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brief: four everyday campus problems that currently have no single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modules from the brief, plus guest mode and timetable added during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is documented in a 10-section ARCHITECTURE.md written before coding began.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Pulse is the live-data half; Map is the offline half. Both were the trickiest UI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Matching moved client-side because Cloud Functions require the Blaze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deadline scheduling was a deliberate departure from a plain first-come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what makes the crowd data in Pulse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claim on this slide is backed by a script in tool/ that runs against the live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Constraints are stated plainly rather than hidden — each one produced a documented design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counts by area; the remainder cover core models, error mapping and routing.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here is unknown work — each item has a named next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028090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108960"/>
            <a:ext cx="4023360" cy="402336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-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Campus360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the everyday questions a campus never answers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Firebase · Riverpod · Supabase Storage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project — KPR Institute of Engineering and Technology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with no single home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answered today by asking someone, or walking there to find out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48256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48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27632" y="19293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busy is the library right now?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27632" y="231343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walk over, find no seat, walk back.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55264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27632" y="31363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that block?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27632" y="352044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maps exist on paper. Nobody carries paper.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197096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6227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27632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anyone found my ID card?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472744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lost item lives in a WhatsApp group that scrolls away.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404104"/>
            <a:ext cx="10881360" cy="1024128"/>
          </a:xfrm>
          <a:prstGeom prst="roundRect">
            <a:avLst>
              <a:gd name="adj" fmla="val 1071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66928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27632" y="55504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my printout ready?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27632" y="593445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 queue is first-come, not deadline-first.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modules, one tab bar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two deliberate additions made during development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5740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7889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Pulse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33467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crowd levels and campus notices as a swipeable card deck.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0752" y="2057400"/>
            <a:ext cx="566928" cy="5669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30752" y="27889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Map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30752" y="33467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tiles with real turn-by-turn walking navigation.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28816" y="2057400"/>
            <a:ext cx="566928" cy="5669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28816" y="27889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Lost &amp; Found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28816" y="33467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match and claim, with two-sided handover.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4272" y="1783080"/>
            <a:ext cx="2670048" cy="2286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0" y="205740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27889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Printout Service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26880" y="334670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schedule when you need it, track to collection.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343400"/>
            <a:ext cx="5340096" cy="1325880"/>
          </a:xfrm>
          <a:prstGeom prst="roundRect">
            <a:avLst>
              <a:gd name="adj" fmla="val 827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2688" y="470916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72768" y="4590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72768" y="49194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use all four tabs without an account, and can upgrade later keeping the same uid.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81344" y="4343400"/>
            <a:ext cx="5340096" cy="1325880"/>
          </a:xfrm>
          <a:prstGeom prst="roundRect">
            <a:avLst>
              <a:gd name="adj" fmla="val 8276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73952" y="47091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14032" y="45902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&amp; academic calendar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114032" y="49194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 and section, seeded from a tooling script.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put together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Flutter client, one web dashboard, and a rules-enforced Firestore between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3886200"/>
          </a:xfrm>
          <a:prstGeom prst="roundRect">
            <a:avLst>
              <a:gd name="adj" fmla="val 310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84832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552" y="2743200"/>
            <a:ext cx="2880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3.44.9 / Dart 3.12.2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2 for state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 with redirect guards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immutable models — no build_runner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9584" cy="3886200"/>
          </a:xfrm>
          <a:prstGeom prst="roundRect">
            <a:avLst>
              <a:gd name="adj" fmla="val 310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084832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45152" y="2743200"/>
            <a:ext cx="2880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with custom-claim roles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(database named default)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 as the only authority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 for the dashboard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529584" cy="3886200"/>
          </a:xfrm>
          <a:prstGeom prst="roundRect">
            <a:avLst>
              <a:gd name="adj" fmla="val 310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208483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0" y="2103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Notable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02752" y="2743200"/>
            <a:ext cx="2880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 for uploaded documents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flutter_map + custom caching tile provider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pathfinding written in pure Dart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runs on-device, no server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Pulse and Campus Map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on one side, working offline on the other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94960" cy="3886200"/>
          </a:xfrm>
          <a:prstGeom prst="roundRect">
            <a:avLst>
              <a:gd name="adj" fmla="val 282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848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27632" y="2103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Pulse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Card-deck UI built to the hand-drawn sketch — greeting header, search, stacked card edges, swipe to advance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levels come from the counter dashboard and reach students in under a second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Backward-swipe animation reworked so the previous card slides in over a stationary current card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3886200"/>
          </a:xfrm>
          <a:prstGeom prst="roundRect">
            <a:avLst>
              <a:gd name="adj" fmla="val 282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2084832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96912" y="2103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Map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278892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offline: flutter_map with a custom caching tile provider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walking navigation with a haversine heuristic, pure Dart, no routing service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works with no network — position comes from satellites, not cell towers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fetching hardened: shared HTTP client, 6-concurrency cap, 3 retries with backoff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Lost &amp; Found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runs on the phone, and the security model is proven by attack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70048" cy="2148840"/>
          </a:xfrm>
          <a:prstGeom prst="roundRect">
            <a:avLst>
              <a:gd name="adj" fmla="val 510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lost or found. Photo, category chips, place, approximate date.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38144" y="1783080"/>
            <a:ext cx="2670048" cy="2148840"/>
          </a:xfrm>
          <a:prstGeom prst="roundRect">
            <a:avLst>
              <a:gd name="adj" fmla="val 510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12464" y="20299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12464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12464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gate, keyword overlap (Jaccard), place and time decay — on-device.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36208" y="1783080"/>
            <a:ext cx="2670048" cy="2148840"/>
          </a:xfrm>
          <a:prstGeom prst="roundRect">
            <a:avLst>
              <a:gd name="adj" fmla="val 510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0528" y="20299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0528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510528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 describes a detail not visible in the photo; the finder judges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34272" y="1783080"/>
            <a:ext cx="2670048" cy="2148840"/>
          </a:xfrm>
          <a:prstGeom prst="roundRect">
            <a:avLst>
              <a:gd name="adj" fmla="val 5106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8592" y="202996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08592" y="26974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over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08592" y="30632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confirm. No OTP — an OTP the client can read is theatre.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51560" y="4407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ownership secret lives in a private subdocument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51560" y="4791456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 are per-document, not per-field, so field-level secrecy needs the split. Anyone browsing the item sees the photo and the description; nobody sees the answer. Results show the reasons for a match rather than a made-up percentage.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Printout Service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where a scheduling decision changed the whole design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3886200"/>
          </a:xfrm>
          <a:prstGeom prst="roundRect">
            <a:avLst>
              <a:gd name="adj" fmla="val 282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Deadline-first, not first-come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6172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PDF or image, then say when you need it — quick chips (30 min / 1 h / 2 h / 4 h) or an exact date and time, defaulting to "No rush"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queueSortKey sorts the shop's queue by student deadline; no-deadline orders sort last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sort is mirrored in Dart and JavaScript, with a comment that the two must agree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received → accepted → printing → ready → collected. A student may cancel only before printing starts, and can never mark their own order ready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680960" y="1783080"/>
            <a:ext cx="3840480" cy="1847088"/>
          </a:xfrm>
          <a:prstGeom prst="roundRect">
            <a:avLst>
              <a:gd name="adj" fmla="val 594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55280" y="19659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955280" y="2834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tests, including the decisive one: an order placed later but needed sooner sorts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3822192"/>
            <a:ext cx="3840480" cy="1847088"/>
          </a:xfrm>
          <a:prstGeom prst="roundRect">
            <a:avLst>
              <a:gd name="adj" fmla="val 5941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55280" y="4041648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0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0" y="4572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on Supabase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55280" y="490118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 needs the Blaze plan; Supabase's free tier gives an equivalent bucket with no card. Everything else stays on Firebase.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counter dashboard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web app on Firebase Hosting, run by campus desk staff — campus360-app.web.app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4314F"/>
          </a:solidFill>
          <a:ln w="12700">
            <a:solidFill>
              <a:srgbClr val="14314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0312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 counter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and decrement headcount for exactly four places: library, main canteen, dining hall, print shop.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14314F"/>
          </a:solidFill>
          <a:ln w="12700">
            <a:solidFill>
              <a:srgbClr val="14314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1031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queue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/ Ready / Completed filters, unread badge, overdue in red and under 30 minutes in amber. Accept → Start → Ready → Collected, and Reject needs a reason.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14314F"/>
          </a:solidFill>
          <a:ln w="12700">
            <a:solidFill>
              <a:srgbClr val="14314F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4462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counter is a stand-in, on purpose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846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feeds will be the library's ID-card gate (an exact count) and cameras at the canteen and print shop (crowd intensity, not a headcount). The ingest contract already carries mode: count|density and source: manual|idCard|camera, so those feeds plug in without touching the app.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proven by attack, not by assertion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were tested against the deployed rules, with scripts that try to break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32688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rule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correct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90288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blocked, all 403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529584" cy="178308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9202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247888" y="2743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domain gate,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deep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023360"/>
            <a:ext cx="10149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writing a crowd count → 403.  Counter staff editing an admin notice → 403.  A fake emergency notice → 403.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 restricted to @kpriet.ac.in by a config flag, a sign-in gate that ejects non-college accounts, and a rule blocking profile creation.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anyone can still create a Firebase Auth account on any email through the public API — that endpoint is not ours to gate. They can create no profile and touch no data.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forced by real constraints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Blaze plan means no server — every workaround below is a consequence of that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need Blaze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138928" y="19659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77840" y="19019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matching moved on-device; push notifications deferred.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42616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825496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 needs Blaze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138928" y="28254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77840" y="276148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documents moved to Supabase Storage, free tier, Mumbai region.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685032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client-readable OTP is not a secret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138928" y="368503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62102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by two-sided handover confirmation — the honest equivalent without a server.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544568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 9 satisfies neither plugin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38928" y="454456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4480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to 8.9.1: file_picker needs builtInKotlin, cloud_firestore breaks with 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21224"/>
            <a:ext cx="10881360" cy="786384"/>
          </a:xfrm>
          <a:prstGeom prst="roundRect">
            <a:avLst>
              <a:gd name="adj" fmla="val 13953"/>
            </a:avLst>
          </a:prstGeom>
          <a:solidFill>
            <a:srgbClr val="EAF1F2"/>
          </a:solidFill>
          <a:ln w="12700">
            <a:solidFill>
              <a:srgbClr val="EAF1F2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404104"/>
            <a:ext cx="4206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 are per-document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138928" y="540410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77840" y="534009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secrets live in a private subdocument, not a hidden field.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tests are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passing tests, and flutter analyze reports zero issues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8580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83080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89280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235440" y="1892808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from flutter analyze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0" y="3136392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0" y="32461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235440" y="32461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772400" y="4489704"/>
            <a:ext cx="3749040" cy="1188720"/>
          </a:xfrm>
          <a:prstGeom prst="roundRect">
            <a:avLst>
              <a:gd name="adj" fmla="val 9231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046720" y="459943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9235440" y="459943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C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of design document written before code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left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what blocks it — most of the remainder is data entry and device verification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3886200"/>
          </a:xfrm>
          <a:prstGeom prst="roundRect">
            <a:avLst>
              <a:gd name="adj" fmla="val 310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05740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26334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 on console /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329184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Anonymous auth — guest mode is built but returns ADMIN_ONLY_OPERATION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the campus via /admin/survey — no location has coordinates yet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timetable data to replace the two sample sections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9584" cy="3886200"/>
          </a:xfrm>
          <a:prstGeom prst="roundRect">
            <a:avLst>
              <a:gd name="adj" fmla="val 310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05740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08576" y="26334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verification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29184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order end-to-end after the move to Supabase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&amp; Found on hardware — built and rules-tested, never run on a device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map: download tiles on Wi-Fi, then the airplane-mode test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3529584" cy="3886200"/>
          </a:xfrm>
          <a:prstGeom prst="roundRect">
            <a:avLst>
              <a:gd name="adj" fmla="val 3109"/>
            </a:avLst>
          </a:prstGeom>
          <a:solidFill>
            <a:srgbClr val="F4F7F8"/>
          </a:solidFill>
          <a:ln w="12700">
            <a:solidFill>
              <a:srgbClr val="F4F7F8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66176" y="2057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6617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63347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the Blaze plan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02752" y="3291840"/>
            <a:ext cx="2880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notifications, so a match or claim is seen without opening the app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beforeUserCreated blocking trigger to close outside sign-ups fully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server-side access check for print documents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2926080"/>
            <a:ext cx="5486400" cy="5486400"/>
          </a:xfrm>
          <a:prstGeom prst="ellipse">
            <a:avLst/>
          </a:prstGeom>
          <a:solidFill>
            <a:srgbClr val="028090">
              <a:alpha val="2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1280160"/>
            <a:ext cx="4389120" cy="4389120"/>
          </a:xfrm>
          <a:prstGeom prst="ellipse">
            <a:avLst/>
          </a:prstGeom>
          <a:solidFill>
            <a:srgbClr val="02C39A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48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Campus360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campus problems, one app, and a security model that was attacked before it was claimed.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campus360-app.web.app  ·  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2026-08-15T16:35:32Z</dcterms:created>
  <dcterms:modified xsi:type="dcterms:W3CDTF">2026-08-15T16:35:32Z</dcterms:modified>
</cp:coreProperties>
</file>