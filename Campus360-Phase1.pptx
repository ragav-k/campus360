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review of Campus360 — what the project is, why it exists, how it is designed, and how it will be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question is answered today by asking someone or by walking there to find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— four functional, and one about reaching everyone on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modules from the brief, plus two additions: guest mode and the timetable.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Pulse is the live half of the app; Map is the half that has to survive with no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is on-device because server-side functions need a paid Firebase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Deadline scheduling was a deliberate departure from a plain first-come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server of our own — the security rules are the enforcement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is limited to the college domain; roles are custom claims checked in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3 and 4 both depend on 1; phase 5 runs continuously but is gated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measure of success is the exit test of each phase, not a feature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43400" cy="6858000"/>
          </a:xfrm>
          <a:prstGeom prst="rect">
            <a:avLst/>
          </a:prstGeom>
          <a:solidFill>
            <a:srgbClr val="072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1051560"/>
            <a:ext cx="3246120" cy="3246120"/>
          </a:xfrm>
          <a:prstGeom prst="rect">
            <a:avLst/>
          </a:prstGeom>
          <a:solidFill>
            <a:srgbClr val="105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1600200"/>
            <a:ext cx="2148840" cy="2148840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2148840"/>
            <a:ext cx="1051560" cy="1051560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4617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E4A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360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22960" y="1051560"/>
            <a:ext cx="457200" cy="8229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8016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Campus360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the everyday questions a campus never answers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b="1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review — problem, objectives, design and plan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project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KPR Institute of Engineering and Technology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2194560" cy="96012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5202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Nivetha C 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5550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24CS142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54680" y="5074920"/>
            <a:ext cx="2194560" cy="96012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5202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Pagalavan 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55848" y="5550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24CS143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0" y="5074920"/>
            <a:ext cx="2194560" cy="96012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5202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Ragav 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87568" y="5550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24CS157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everyday campus questions that currently have no single home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881360" cy="98755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258568"/>
            <a:ext cx="402336" cy="402336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81328" y="20939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busy is the library right now?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81328" y="246888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walk over, find no seat, and walk back. There is no way to check first.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881360" cy="98755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355848"/>
            <a:ext cx="402336" cy="402336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31912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is that block?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81328" y="356616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maps exist on paper and on a noticeboard. Nobody carries either.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881360" cy="98755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453128"/>
            <a:ext cx="402336" cy="402336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1328" y="4288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anyone found my ID card?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81328" y="466344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item lives in a WhatsApp group message that scrolls out of sight in a day.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10881360" cy="98755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550408"/>
            <a:ext cx="402336" cy="402336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550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81328" y="5385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printout ready yet?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81328" y="576072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 shop works first-come, so a deadline in ten minutes waits behind one in a week.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sets out to deliver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3529584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03704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2093976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914400" y="27706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Make campus state visible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31181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crowded the library, canteen, dining hall and print shop are, live, from a counter run by desk staff.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965960"/>
            <a:ext cx="3529584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203704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093976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4572000" y="27706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Make the campus navigable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0288" y="31181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 map with real walking directions, so a first-year or a visitor can find any block without asking.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1965960"/>
            <a:ext cx="3529584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203704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149840" y="2093976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8229600" y="27706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Give lost items a real process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47888" y="31181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report, an automatic match, a claim the finder judges, and a handover both sides confirm.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931920"/>
            <a:ext cx="3529584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169664"/>
            <a:ext cx="457200" cy="457200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834640" y="4059936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914400" y="4736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Make printing deadline-aware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688" y="508406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document, state when it is needed, and let the shop's queue sort by that deadline rather than arrival.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0" y="3931920"/>
            <a:ext cx="3529584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4169664"/>
            <a:ext cx="457200" cy="457200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92240" y="4059936"/>
            <a:ext cx="1060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5400" dirty="0"/>
          </a:p>
        </p:txBody>
      </p:sp>
      <p:sp>
        <p:nvSpPr>
          <p:cNvPr id="36" name="Text 34"/>
          <p:cNvSpPr/>
          <p:nvPr/>
        </p:nvSpPr>
        <p:spPr>
          <a:xfrm>
            <a:off x="4572000" y="4736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 for everyone on campus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90288" y="508406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 for visitors, a college-domain login for students, and role-restricted screens for staff.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proposed 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Android app with four tabs, and a small web dashboard for campus desk staff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670048" cy="21945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12848"/>
            <a:ext cx="502920" cy="50292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914400" y="296265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Campus Pulse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32688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crowd levels and campus notices, presented as a swipeable card deck.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38144" y="1965960"/>
            <a:ext cx="2670048" cy="21945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2464" y="2212848"/>
            <a:ext cx="502920" cy="50292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64024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3712464" y="296265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Campus Map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730752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map tiles with turn-by-turn walking navigation between blocks.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6208" y="1965960"/>
            <a:ext cx="2670048" cy="21945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2212848"/>
            <a:ext cx="502920" cy="50292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62088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6510528" y="296265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Lost &amp; Found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528816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item, get matches, claim it, and confirm the handover.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34272" y="1965960"/>
            <a:ext cx="2670048" cy="21945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8592" y="2212848"/>
            <a:ext cx="502920" cy="50292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8592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360152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9308592" y="296265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Printout Service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326880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file, set a deadline, and track the order to collection.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434840"/>
            <a:ext cx="5340096" cy="1280160"/>
          </a:xfrm>
          <a:prstGeom prst="rect">
            <a:avLst/>
          </a:prstGeom>
          <a:solidFill>
            <a:srgbClr val="0A3A46"/>
          </a:solidFill>
          <a:ln w="12700">
            <a:solidFill>
              <a:srgbClr val="0A3A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" y="4663440"/>
            <a:ext cx="411480" cy="411480"/>
          </a:xfrm>
          <a:prstGeom prst="rect">
            <a:avLst/>
          </a:prstGeom>
          <a:solidFill>
            <a:srgbClr val="105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17904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69264" y="5138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use all four tabs without an account, and can upgrade to a real one later.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81344" y="4434840"/>
            <a:ext cx="5340096" cy="128016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73952" y="4663440"/>
            <a:ext cx="411480" cy="411480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059168" y="4663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and academic calendar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6510528" y="5138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 and section, so the app is useful on a day with nothing lost and nothing to print.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 AND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Pulse and Map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on one side, working without a network on the other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394960" cy="37947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72768" y="2258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Campus Pulse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deck: greeting header, search, stacked card edges, swipe to move through places and notices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levels are written by desk staff on the dashboard and reach the student in about a second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carry a role and a priority, so only an admin can raise an emergency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5212080" cy="37947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42048" y="2258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Campus Map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292608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tiles are cached on the device, so the map opens with no network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walking navigation with a haversine heuristic, written in plain Dart — no routing service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keeps working offline; a position comes from satellites, not from cell towers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coordinates are captured on campus through an admin survey screen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Lost &amp; Found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flow, with matching that runs on the phone itself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670048" cy="210312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208483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331012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lost or found. Photo, category chips, place, approximate date.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76148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438144" y="1965960"/>
            <a:ext cx="2670048" cy="210312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219456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64024" y="208483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3712464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30752" y="331012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gate, keyword overlap, place and time decay — computed on the device.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62472" y="276148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6208" y="1965960"/>
            <a:ext cx="2670048" cy="210312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219456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62088" y="208483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6510528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Claim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28816" y="331012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claimant describes a detail not visible in the photo; the finder judges it.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0536" y="276148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034272" y="1965960"/>
            <a:ext cx="2670048" cy="210312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08592" y="219456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360152" y="208483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9EA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5400" dirty="0"/>
          </a:p>
        </p:txBody>
      </p:sp>
      <p:sp>
        <p:nvSpPr>
          <p:cNvPr id="33" name="Text 31"/>
          <p:cNvSpPr/>
          <p:nvPr/>
        </p:nvSpPr>
        <p:spPr>
          <a:xfrm>
            <a:off x="9308592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Hand over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26880" y="331012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confirm the handover, and the item is closed.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343400"/>
            <a:ext cx="10881360" cy="1417320"/>
          </a:xfrm>
          <a:prstGeom prst="rect">
            <a:avLst/>
          </a:prstGeom>
          <a:solidFill>
            <a:srgbClr val="0A3A46"/>
          </a:solidFill>
          <a:ln w="12700">
            <a:solidFill>
              <a:srgbClr val="0A3A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4535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design point: the answer stays secret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51560" y="493776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browsing an item sees the photo and the description, but never the detail that proves ownership — that lives in a separate private record. Matches are shown with the reasons behind them rather than an invented percentage.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Printout Service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is ordered by when the student needs the document, not by when they uploaded it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6766560" cy="37947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72768" y="225856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Deadline-first, not first-come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6172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or an image, then say when it is needed — quick chips for 30 minutes, 1, 2 or 4 hours, or an exact date and time, defaulting to "No rush"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 key orders the shop's queue by that deadline; orders with no deadline sort last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lifecycle: received, accepted, printing, ready, collected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may cancel only before printing starts, and can never mark their own order ready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1965960"/>
            <a:ext cx="3840480" cy="1810512"/>
          </a:xfrm>
          <a:prstGeom prst="rect">
            <a:avLst/>
          </a:prstGeom>
          <a:solidFill>
            <a:srgbClr val="0A3A46"/>
          </a:solidFill>
          <a:ln w="12700">
            <a:solidFill>
              <a:srgbClr val="0A3A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3568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73568" y="25603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placed later but needed sooner must reach the printer first. That single rule is what separates this from a queue on paper.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3950208"/>
            <a:ext cx="3840480" cy="181051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4169664"/>
            <a:ext cx="411480" cy="411480"/>
          </a:xfrm>
          <a:prstGeom prst="rect">
            <a:avLst/>
          </a:prstGeom>
          <a:solidFill>
            <a:srgbClr val="105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3568" y="4169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73568" y="47000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files live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91856" y="50474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sit in an external storage bucket on a free tier; everything else stays on Firebase.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clients, one shared database, and security rules as the only authority in between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64592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76272"/>
            <a:ext cx="411480" cy="411480"/>
          </a:xfrm>
          <a:prstGeom prst="rect">
            <a:avLst/>
          </a:prstGeom>
          <a:solidFill>
            <a:srgbClr val="072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Student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on Android. Four tabs, guest or college account.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965960"/>
            <a:ext cx="3291840" cy="164592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2176272"/>
            <a:ext cx="411480" cy="411480"/>
          </a:xfrm>
          <a:prstGeom prst="rect">
            <a:avLst/>
          </a:prstGeom>
          <a:solidFill>
            <a:srgbClr val="072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70848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Staff dashboard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22208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web app: crowd counter and print queue.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2770632"/>
            <a:ext cx="3931920" cy="27432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10881360" cy="914400"/>
          </a:xfrm>
          <a:prstGeom prst="rect">
            <a:avLst/>
          </a:prstGeom>
          <a:solidFill>
            <a:srgbClr val="35C4B5"/>
          </a:solidFill>
          <a:ln w="12700">
            <a:solidFill>
              <a:srgbClr val="35C4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050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security rules — role claims decide every read and write, and the client is never trusted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3529584" cy="1005840"/>
          </a:xfrm>
          <a:prstGeom prst="rect">
            <a:avLst/>
          </a:prstGeom>
          <a:solidFill>
            <a:srgbClr val="072B34"/>
          </a:solidFill>
          <a:ln w="12700">
            <a:solidFill>
              <a:srgbClr val="072B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02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5431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Places, notices, items, orders, timetable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4983480"/>
            <a:ext cx="3529584" cy="1005840"/>
          </a:xfrm>
          <a:prstGeom prst="rect">
            <a:avLst/>
          </a:prstGeom>
          <a:solidFill>
            <a:srgbClr val="072B34"/>
          </a:solidFill>
          <a:ln w="12700">
            <a:solidFill>
              <a:srgbClr val="072B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5102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90288" y="5431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Email/password, anonymous, custom role claims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4983480"/>
            <a:ext cx="3529584" cy="1005840"/>
          </a:xfrm>
          <a:prstGeom prst="rect">
            <a:avLst/>
          </a:prstGeom>
          <a:solidFill>
            <a:srgbClr val="072B34"/>
          </a:solidFill>
          <a:ln w="12700">
            <a:solidFill>
              <a:srgbClr val="072B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5102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47888" y="5431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print documents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and roles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built with, and who is allowed to do what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394960" cy="37947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72768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and Dart for the app; Riverpod for state; go_router for navigation and route guards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Authentication, Cloud Firestore and Hosting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flutter_map with a caching tile provider for the offline map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pathfinding written in Dart, no external routing API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immutable models — no code generation step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5212080" cy="379476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solidFill>
            <a:srgbClr val="105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42048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everything public. Owns nothing.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items, places print orders, sees their own history.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counter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0" y="4023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headcount for four places, nothing else.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shop staff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4572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orders through the queue, and rejects with a reason.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5120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0" y="5120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notices, including emergencies.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Development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each with an exit test rather than a percentage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881360" cy="804672"/>
          </a:xfrm>
          <a:prstGeom prst="rect">
            <a:avLst/>
          </a:prstGeom>
          <a:solidFill>
            <a:srgbClr val="DDF0EE"/>
          </a:solidFill>
          <a:ln w="12700">
            <a:solidFill>
              <a:srgbClr val="35C4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148840"/>
            <a:ext cx="438912" cy="438912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theme, routing and guards, error model, Firebase setup, sign-up and sign-in, user document and role claim.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20574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 in, land on a shelled tab, log out.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43784"/>
            <a:ext cx="10881360" cy="80467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026664"/>
            <a:ext cx="438912" cy="438912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29352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Pulse and 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93522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and notice models, live crowd data, the card deck, map screen, offline tiles and navigation.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93522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shows live data; the map finds a named block.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21608"/>
            <a:ext cx="10881360" cy="80467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904488"/>
            <a:ext cx="438912" cy="438912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904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38130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Lost &amp; Found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381304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with a photo, on-device matching, claim and handover, my reports.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381304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flow runs on a device across two accounts.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599432"/>
            <a:ext cx="10881360" cy="80467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782312"/>
            <a:ext cx="438912" cy="438912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782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46908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Printout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469087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pick and upload, deadline picker, shop selection, order tracking, the staff queue.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469087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goes from placed to collected across two devices.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477256"/>
            <a:ext cx="10881360" cy="804672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5660136"/>
            <a:ext cx="438912" cy="438912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660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63040" y="556869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Hardening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20440" y="556869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 and rule tests, empty and error states everywhere, offline behaviour, unit tests, seed scripts.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556869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tests pass; the app is usable in airplane mode.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outlined — it is the foundation everything else depends 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88136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C4B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"/>
            <a:ext cx="128016" cy="12801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at the end of the project, and how it will be judged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394960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24028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258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installable Android app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0120" y="28986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working modules, usable by a student with a college account or by a visitor as a guest.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965960"/>
            <a:ext cx="5394960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2240280"/>
            <a:ext cx="457200" cy="457200"/>
          </a:xfrm>
          <a:prstGeom prst="rect">
            <a:avLst/>
          </a:prstGeom>
          <a:solidFill>
            <a:srgbClr val="105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2258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staff web dashboard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46520" y="28986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staff update crowd levels and work the print queue; students see the effect within a second.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5394960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4251960"/>
            <a:ext cx="457200" cy="457200"/>
          </a:xfrm>
          <a:prstGeom prst="rect">
            <a:avLst/>
          </a:prstGeom>
          <a:solidFill>
            <a:srgbClr val="0E7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4270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tested security model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60120" y="49103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restriction is checked by scripts that attempt the write and expect it to be refused.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3977640"/>
            <a:ext cx="5394960" cy="1828800"/>
          </a:xfrm>
          <a:prstGeom prst="rect">
            <a:avLst/>
          </a:prstGeom>
          <a:solidFill>
            <a:srgbClr val="E8F3F4"/>
          </a:solidFill>
          <a:ln w="12700">
            <a:solidFill>
              <a:srgbClr val="BE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4251960"/>
            <a:ext cx="457200" cy="457200"/>
          </a:xfrm>
          <a:prstGeom prst="rect">
            <a:avLst/>
          </a:prstGeom>
          <a:solidFill>
            <a:srgbClr val="105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4270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A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Documentation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46520" y="49103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document, a status document kept current, and a setup guide for a fresh machine.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43400" cy="6858000"/>
          </a:xfrm>
          <a:prstGeom prst="rect">
            <a:avLst/>
          </a:prstGeom>
          <a:solidFill>
            <a:srgbClr val="072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1051560"/>
            <a:ext cx="3246120" cy="3246120"/>
          </a:xfrm>
          <a:prstGeom prst="rect">
            <a:avLst/>
          </a:prstGeom>
          <a:solidFill>
            <a:srgbClr val="105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1600200"/>
            <a:ext cx="2148840" cy="2148840"/>
          </a:xfrm>
          <a:prstGeom prst="rect">
            <a:avLst/>
          </a:prstGeom>
          <a:solidFill>
            <a:srgbClr val="0A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2148840"/>
            <a:ext cx="1051560" cy="1051560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4617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E4A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360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22960" y="1188720"/>
            <a:ext cx="457200" cy="82296"/>
          </a:xfrm>
          <a:prstGeom prst="rect">
            <a:avLst/>
          </a:prstGeom>
          <a:solidFill>
            <a:srgbClr val="35C4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campus problems, one app, and a plan with an exit test at every phase.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  ·  Phase 1 review  ·  Questions welcome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2194560" cy="96012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5628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Nivetha C 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4910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24CS142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54680" y="4434840"/>
            <a:ext cx="2194560" cy="96012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45628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Pagalavan 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55848" y="4910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24CS143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0" y="4434840"/>
            <a:ext cx="2194560" cy="960120"/>
          </a:xfrm>
          <a:prstGeom prst="rect">
            <a:avLst/>
          </a:prstGeom>
          <a:solidFill>
            <a:srgbClr val="10596B"/>
          </a:solidFill>
          <a:ln w="12700">
            <a:solidFill>
              <a:srgbClr val="105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45628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Ragav 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87568" y="4910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24CS157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2026-08-17T09:51:58Z</dcterms:created>
  <dcterms:modified xsi:type="dcterms:W3CDTF">2026-08-17T09:51:58Z</dcterms:modified>
</cp:coreProperties>
</file>